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 BI Dashboard — Sales &amp; Financial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dashboard design guide and deliverables</a:t>
            </a:r>
          </a:p>
          <a:p>
            <a:r>
              <a:t>Generated dataset + summary for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Design an interactive dashboard for business stakeholders using Power BI</a:t>
            </a:r>
          </a:p>
          <a:p>
            <a:pPr>
              <a:defRPr sz="1400"/>
            </a:pPr>
            <a:r>
              <a:t>Deliverables: dataset (CSV), step-by-step Power BI guide, DAX measures, and summary PPT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Chosen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Total Sales (SUM of Sales)</a:t>
            </a:r>
          </a:p>
          <a:p>
            <a:pPr>
              <a:defRPr sz="1400"/>
            </a:pPr>
            <a:r>
              <a:t>Total Profit (SUM of Profit)</a:t>
            </a:r>
          </a:p>
          <a:p>
            <a:pPr>
              <a:defRPr sz="1400"/>
            </a:pPr>
            <a:r>
              <a:t>Profit Margin = Total Profit / Total Sales</a:t>
            </a:r>
          </a:p>
          <a:p>
            <a:pPr>
              <a:defRPr sz="1400"/>
            </a:pPr>
            <a:r>
              <a:t>Average Order Value = Total Sales / DISTINCTCOUNT(OrderID)</a:t>
            </a:r>
          </a:p>
          <a:p>
            <a:pPr>
              <a:defRPr sz="1400"/>
            </a:pPr>
            <a:r>
              <a:t>Sales Growth YoY and MoM (Time intelligence)</a:t>
            </a:r>
          </a:p>
          <a:p>
            <a:pPr>
              <a:defRPr sz="1400"/>
            </a:pPr>
            <a:r>
              <a:t>Quantity Sold and Units by Category/Region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(Power Query)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Load CSV into Power BI Desktop</a:t>
            </a:r>
          </a:p>
          <a:p>
            <a:pPr>
              <a:defRPr sz="1400"/>
            </a:pPr>
            <a:r>
              <a:t>Create proper data types (Date, Decimal, Whole Number)</a:t>
            </a:r>
          </a:p>
          <a:p>
            <a:pPr>
              <a:defRPr sz="1400"/>
            </a:pPr>
            <a:r>
              <a:t>Create a Date table (calendar) and mark as Date Table</a:t>
            </a:r>
          </a:p>
          <a:p>
            <a:pPr>
              <a:defRPr sz="1400"/>
            </a:pPr>
            <a:r>
              <a:t>Handle missing values and remove duplicates</a:t>
            </a:r>
          </a:p>
          <a:p>
            <a:pPr>
              <a:defRPr sz="1400"/>
            </a:pPr>
            <a:r>
              <a:t>Create relationships: Fact[OrderDate] -&gt; Date[Date]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Visuals &amp;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Top row: KPI cards for Total Sales, Total Profit, Profit Margin, AOV</a:t>
            </a:r>
          </a:p>
          <a:p>
            <a:pPr>
              <a:defRPr sz="1400"/>
            </a:pPr>
            <a:r>
              <a:t>Left panel: slicers for Date range (Relative), Region, Product Category, Segment</a:t>
            </a:r>
          </a:p>
          <a:p>
            <a:pPr>
              <a:defRPr sz="1400"/>
            </a:pPr>
            <a:r>
              <a:t>Main area: Time series line chart (Sales by Month) with trend line</a:t>
            </a:r>
          </a:p>
          <a:p>
            <a:pPr>
              <a:defRPr sz="1400"/>
            </a:pPr>
            <a:r>
              <a:t>Right area: Stacked bar (Sales by Region), Treemap (Product Category), Table (Top 10 Products)</a:t>
            </a:r>
          </a:p>
          <a:p>
            <a:pPr>
              <a:defRPr sz="1400"/>
            </a:pPr>
            <a:r>
              <a:t>Bottom: Area for filters + commentary / insights text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Measures (copy-paste)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Total Sales = SUM('Sales'[Sales])</a:t>
            </a:r>
          </a:p>
          <a:p>
            <a:pPr>
              <a:defRPr sz="1400"/>
            </a:pPr>
            <a:r>
              <a:t>Total Profit = SUM('Sales'[Profit])</a:t>
            </a:r>
          </a:p>
          <a:p>
            <a:pPr>
              <a:defRPr sz="1400"/>
            </a:pPr>
            <a:r>
              <a:t>Profit Margin = DIVIDE([Total Profit],[Total Sales])</a:t>
            </a:r>
          </a:p>
          <a:p>
            <a:pPr>
              <a:defRPr sz="1400"/>
            </a:pPr>
            <a:r>
              <a:t>Avg Order Value = DIVIDE([Total Sales], DISTINCTCOUNT('Sales'[OrderID]))</a:t>
            </a:r>
          </a:p>
          <a:p>
            <a:pPr>
              <a:defRPr sz="1400"/>
            </a:pPr>
            <a:r>
              <a:t>Sales LY = CALCULATE([Total Sales], SAMEPERIODLASTYEAR('Date'[Date]))</a:t>
            </a:r>
          </a:p>
          <a:p>
            <a:pPr>
              <a:defRPr sz="1400"/>
            </a:pPr>
            <a:r>
              <a:t>Sales YoY Growth = DIVIDE([Total Sales] - [Sales LY], [Sales LY])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Interactivity &amp;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Use slicers for Region, Category, Segment and a relative date slicer (Last 12 months)</a:t>
            </a:r>
          </a:p>
          <a:p>
            <a:pPr>
              <a:defRPr sz="1400"/>
            </a:pPr>
            <a:r>
              <a:t>Enable cross-filtering between visuals</a:t>
            </a:r>
          </a:p>
          <a:p>
            <a:pPr>
              <a:defRPr sz="1400"/>
            </a:pPr>
            <a:r>
              <a:t>Bookmarks + Buttons to create navigation (Overview, Deep Dive, Product Page)</a:t>
            </a:r>
          </a:p>
          <a:p>
            <a:pPr>
              <a:defRPr sz="1400"/>
            </a:pPr>
            <a:r>
              <a:t>Use drill-through to allow right-click into Product details</a:t>
            </a:r>
          </a:p>
          <a:p>
            <a:pPr>
              <a:defRPr sz="1400"/>
            </a:pPr>
            <a:r>
              <a:t>Apply consistent color theme (company palette) and accessible fonts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Publishing &amp;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Save PBIX locally from Power BI Desktop</a:t>
            </a:r>
          </a:p>
          <a:p>
            <a:pPr>
              <a:defRPr sz="1400"/>
            </a:pPr>
            <a:r>
              <a:t>Publish to Power BI Service (requires account)</a:t>
            </a:r>
          </a:p>
          <a:p>
            <a:pPr>
              <a:defRPr sz="1400"/>
            </a:pPr>
            <a:r>
              <a:t>Create an app workspace and set permissions for stakeholders</a:t>
            </a:r>
          </a:p>
          <a:p>
            <a:pPr>
              <a:defRPr sz="1400"/>
            </a:pPr>
            <a:r>
              <a:t>Schedule data refresh (if source accessible)</a:t>
            </a:r>
          </a:p>
          <a:p>
            <a:pPr>
              <a:defRPr sz="1400"/>
            </a:pPr>
            <a:r>
              <a:t>Embed link or share dashboard URL with stakeholders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Provided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Dataset CSV: sales_financial_dataset.csv (rows: 1000)</a:t>
            </a:r>
          </a:p>
          <a:p>
            <a:pPr>
              <a:defRPr sz="1400"/>
            </a:pPr>
            <a:r>
              <a:t>Power BI implementation guide (this PPT)</a:t>
            </a:r>
          </a:p>
          <a:p>
            <a:pPr>
              <a:defRPr sz="1400"/>
            </a:pPr>
            <a:r>
              <a:t>DAX formulas and layout recommendations included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(how I would produce the PBIX)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Open Power BI Desktop -&gt; Get Data -&gt; CSV -&gt; load sales_financial_dataset.csv</a:t>
            </a:r>
          </a:p>
          <a:p>
            <a:pPr>
              <a:defRPr sz="1400"/>
            </a:pPr>
            <a:r>
              <a:t>Create Date table: Use DAX CALENDAR or Power Query Date function</a:t>
            </a:r>
          </a:p>
          <a:p>
            <a:pPr>
              <a:defRPr sz="1400"/>
            </a:pPr>
            <a:r>
              <a:t>Build visuals following layout, create measures, format and set color theme</a:t>
            </a:r>
          </a:p>
          <a:p>
            <a:pPr>
              <a:defRPr sz="1400"/>
            </a:pPr>
            <a:r>
              <a:t>Add bookmarks and navigation buttons. Publish to Power BI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